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solidFill>
            <a:srgbClr val="1E3A5F"/>
          </a:solidFill>
          <a:ln w="25400">
            <a:solidFill>
              <a:srgbClr val="136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Institution • Accredited by NAAC with "A+" Grade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Dynamic 10s OTP Anti-Proxy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Ecosystem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Classroom Tracking, Hardware Lock, Period-1 Window &amp; Dual YOLOv8 Vision Audits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to: Principal &amp; Academic Leadership Team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 &amp; Computer Science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The Need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modern attendance loopholes in higher education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338328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Traditional manual registers waste 10-15 mins per hour.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QR codes and passwords get shared instantly on WhatsApp groups.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mark attendance for friends who are outside campus or sleeping in hostels.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645920"/>
            <a:ext cx="3383280" cy="548640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10-Second Dynamic Rolling OTPs generated cryptographically per classroom.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1-Device Fingerprint Lock preventing phone rotation.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YOLOv8 AI Face &amp; Person Auditing matching headcount in 0.34s.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645920"/>
            <a:ext cx="33832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Institutional 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3774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Zero-Proxy Guarantee across all 7 daily periods.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time wasted by faculty during teaching hours.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live visibility for Principal, HODs, Staff, and Parents.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Scalable, reactive client-server infrastructure with pure CPU Edge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2103120"/>
          </a:xfrm>
          <a:prstGeom prst="rect">
            <a:avLst/>
          </a:prstGeom>
          <a:solidFill>
            <a:srgbClr val="E8F4FC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Client Frontends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+ Vite (Tailored Vanilla CSS Design)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Responsive Layout (Desktop, Tablets &amp; Mobile Phones)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Mode: Native Camera Video Feed &amp; Direct Photo Picker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2103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Backend &amp; Logic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REST API with Express + WebSocket sync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10-Second Rolling TOTP Generator (SHA-256)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Morning Window &amp; Hardware Lock Middleware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212080" cy="21031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Database &amp; Integrity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MySQL Relational Engine (Normalized schema)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Attendance audit trail, Movement logs &amp; Hardware bindings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Date Formatting without timezone offsets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03120"/>
          </a:xfrm>
          <a:prstGeom prst="rect">
            <a:avLst/>
          </a:prstGeom>
          <a:solidFill>
            <a:srgbClr val="F3E8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Vision AI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ONNX Runtime Execution (Zero Python runtime needed)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YOLOv8m-Face (103MB) + YOLOv8m (Person detection)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Capped to 2 threads (prevents server CPU spikes)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MECHANISM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Pillar 1: Dynamic 10-Second Rolling OTP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screenshot &amp; social media proxy sharing permanently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Rolling OTP Solves Proxy Attendance: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6035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Dynamic Ephemeral Cryptography: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staff projector / display generates a unique 6-digit OTP code every 10 seconds based on server room ID and timestamp.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Instant Expiry: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By the time an absent student receives an OTP forwarded over WhatsApp or Telegram, the code has already expired.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Strict Room Scoping: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student device must explicitly declare their physical classroom ID. Submitting an OTP generated for Room 101 while sitting in Room 204 is rejected.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Instant Visual &amp; Auditory Feedback: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Upon successful OTP verification, the student dashboard triggers celebratory confetti and locks that period as "Present".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1645920"/>
            <a:ext cx="3840480" cy="4389120"/>
          </a:xfrm>
          <a:prstGeom prst="rect">
            <a:avLst/>
          </a:prstGeom>
          <a:solidFill>
            <a:srgbClr val="152641"/>
          </a:solidFill>
          <a:ln w="25400">
            <a:solidFill>
              <a:srgbClr val="136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PROJECTOR SCREEN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2377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784 219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77240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RE-ROLLING IN: 04s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3840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Room: FX 101 (Lecture Hall)</a:t>
            </a:r>
            <a:endParaRPr lang="en-US" sz="10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1 (09:00 AM – 09:50 AM)</a:t>
            </a:r>
            <a:endParaRPr lang="en-US" sz="10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Students: 45 / 45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Pillar 2: Hardware 1-Device Binding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device rotation and multi-account proxy sign-ins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Cryptographic Device Fingerprint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account is bound to their physical device (User-Agent, Canvas WebGL hash, and Device Fingerprint) upon initial sign-in.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Zero Multi-Login Exploits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physically inside class CANNOT mark attendance for 5 friends on their laptop or mobile phone. Each hardware token strictly allows 1 active student.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Controlled Release by Faculty &amp; HOD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572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student genuinely changes their mobile or their phone battery dies, they cannot self-reset. Only the HOD or Class Advisor can release hardware locks.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Automated Lockout Anomaly 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attempt to submit OTP from an unverified or mismatched secondary phone triggers an instantaneous security lockout logged in the audit ledger.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&amp; PUNCTUALITY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Pillar 3: Morning Period-1 Cutoff Window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AM – 9:05 AM campus entry lock &amp; automatic full-day freeze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828800"/>
            <a:ext cx="2011680" cy="82296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286000" cy="822960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OPENS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bell rings. Period 1 commences across all departments.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2011680" cy="82296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– 09:05 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22860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5-MIN WINDOW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0" y="3017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enter classroom and submit the live 10s OTP. Attendance marks "Present" and unlocks the rest of the academic day.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931920"/>
            <a:ext cx="2011680" cy="82296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09:05:01 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931920"/>
            <a:ext cx="2286000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DAY-START CUTOFF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4069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strictly closes. Unmarked students receive "Period 1 Missed - Day Attendance Locked".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4983480"/>
            <a:ext cx="2011680" cy="82296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09:06 AM – 04:05 PM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4983480"/>
            <a:ext cx="2286000" cy="8229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5212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ACCESS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5120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students CANNOT mark attendance in Periods 2–7 unless officially unlocked by HOD with reason.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COMPUTER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Pillar 4: Dual YOLOv8 Vision Headcount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face &amp; person counting to audit seated students vs OTP submissions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Vision Auditing Operates: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Podium Camera Capture: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Staff or HOD clicks "AI Headcount (YOLO)" on their teaching card and captures a front-angle classroom photo.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Dual-Model Synergy: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YOLOv8m-Face (103MB): Detects clear, front &amp; angled student faces.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YOLOv8m-Person: Detects occluded heads, students leaning back, or partially blocked rows.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Non-Maximum Suppression (NMS):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IOU deduplication prevents double-counting students.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0.34s Speed on Pure CPU: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Optimized Node.js ONNX runtime execution without expensive GPUs.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E8F4FC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AUDIT COMPARISON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466344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286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A: Full Verification (✓ 100% Match)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6060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OTP Verified Count: 45 Students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YOLO Detected Count: 45 Faces Seated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Verified. Green Badge displayed on Principal/HOD dashboard.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4023360"/>
            <a:ext cx="4663440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114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B: Proxy Detected (⚠️ Discrepancy Alert)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44348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OTP Verified Count: 45 Students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YOLO Detected Count: 42 Faces Seated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Discrepancy: +3 Ghost Submissions Detected!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 flagged immediately to HOD for roster reconciliation.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TRACKING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&amp; Lab Movement Trail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student transitions between lectures, computer labs and halls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College Day Schedule with Physical Relocations: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2011680" cy="100584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Periods 1–3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AM – 11:50 AM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FX 101 (Lecture Hall)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Session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0" y="2606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Engineering Subjects. Attendance locked via morning OTP.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3611880"/>
            <a:ext cx="2011680" cy="100584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Periods 4–5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11:50 AM – 02:15 PM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Networks Lab (AL-02)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Session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shift logged in Movement Trail. Relocation OTP verified at lab entrance.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5840" y="4846320"/>
            <a:ext cx="2011680" cy="100584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83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Periods 6–7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257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02:15 PM – 04:05 PM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4846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983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FX-PH (Presentation Hall)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5257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/ Project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98080" y="5074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afternoon session. Student trail matches physical campus location.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DUTIES &amp; SPORTS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&amp; Event Exemption (OD) Pass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approval workflow replacing paper OD letters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2560320" cy="5486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Director / Sports Coordinator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sports tournaments (Anna Univ Zonal, Inter-College) with student roll numbers &amp; date range.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Approval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/ HOD Portal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2004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verification and digital authorization of tournament participation.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Exemption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Database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2004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student IDs on match dates. Automatically exempts them from Morning 9:05 AM lockouts.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1828800"/>
            <a:ext cx="2560320" cy="5486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Calendar Tagging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Calendar Ledger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32004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with special Purple Star badge ("Approved Sports OD / Event Exemption") counting towards attendance %.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Portals: Students &amp; Teaching Staff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interfaces designed for speed, clarity and responsiveness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Student Portal Experience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Period Countdown Wheel: Displays current period progress in green ring.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Classroom Selection: Visual building/floor/room picker with quick search.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6-Digit OTP Entry: Large responsive input with haptic feedback &amp; confetti.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Calendar: Day-by-day attendance grid with movement trails and period percentages.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Sports OD Indicator: Instant alert when active sports pass is protecting attendance.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Teaching Faculty Portal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10s Rolling OTP Projector: Projector-ready high contrast digits with 10s ring timer.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Classroom Roster: Displays student names as they verify in real time.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YOLO Headcount: Camera capture to verify seated headcount against roster.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Calendar Inspector: Instant view of any student's monthly attendance breakdown.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Proxy Alert Notification: Visual alert if headcount does not match verified count.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COMMAND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Portals: HOD &amp; Principal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administrative oversight and quick intervention controls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Department HOD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 Roster &amp; Live Stats: Real-time present % for IT / CSE departments.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Morning Period-1 Lock Manager: Dedicated filter showing all students who missed 9:05 AM.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"Unlock Day" Action: HOD can selectively unlock legitimate latecomers with recorded rationale.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Lock Release: Reset phone binding if a student changes devices.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HOD Teaching Session + YOLO Camera: HODs can also project OTPs and run AI vision audits for their own classes.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Executive Principal Portal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Campus-Wide Heatmap: Live cross-department attendance comparison (IT, CSE, ECE, MECH, etc.).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Zero-Tolerance Proxy Audit: Review YOLO vision audit logs from all classrooms with photo evidence.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College Holiday Declarations: Declare full or timed college holidays dynamically synced to calendars.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Defaulter Identification: Instant list of students below 75% Anna University threshold.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&amp; CSV Executive Exports: One-click reports for academic council inspections.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RECORDS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Academic Calendar &amp; Integrity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mock data: real-time MySQL database synchronization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Calendar &amp; Record Features: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320040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514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Real-Time Dates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8346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Sticks strictly to current date (e.g. Oct 24th, 2026) with zero static mock day fallbacks.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377440"/>
            <a:ext cx="320040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14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Date-Specific Movement Trail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trails filter strictly by selected date. Yesterday's presentations will never mix into today's lecture hall trail.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0" y="2377440"/>
            <a:ext cx="320040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514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Metric Ribbons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Present Days, Absent Days, Sports Exemptions and College Holidays directly from verified DB records.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4114800"/>
            <a:ext cx="320040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251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Status Dots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572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(Full Attendance), Blue (Today Live), Purple (Sports Pass), Red (Absent / P1 Cutoff Missed).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4114800"/>
            <a:ext cx="320040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251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Period-by-Period Breakdown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572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exact room number, building block, and OTP verification timestamp for every period attended.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55280" y="4114800"/>
            <a:ext cx="320040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136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4251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&amp; Holiday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4572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recognises scheduled college holidays, exam suspensions, and Sunday recesses.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EXCELLENCE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Optimization &amp; Robust Device Support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responsiveness across smartphones, tablets, laptops and campus Wi-Fi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Mobile UI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Smooth touch interactions with zero accidental horizontal scroll.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Mobile-optimized attendance wheel with readable period digits.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Adaptive tables with smooth momentum scrolling.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Origin / HTTP Camera Fix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when smartphone connects over HTTP local IP (e.g. 192.168.x.x).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Gracefully falls back to device camera file input without throwing "getUserMedia undefined" errors.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Works seamlessly across Android Chrome, iOS Safari and college intranet.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Camera Switching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Faculty and HODs on mobile phones can seamlessly switch to the Rear (Environment) camera.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Laptop webcams and external USB PTZ cameras are fully supported with one-click selector.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2120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36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Lag-Free Lightweight Performance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response times across all endpoints.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Capped ONNX execution ensuring low memory footprint.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Optimistic UI updates with instant feedback.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6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Impact &amp; Institutional Benefits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 observed during system deployment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Xavier Engineering College (Autonomous) • Anti-Proxy OTP &amp; Vision AI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Proxy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Elimination of buddy attendance through 10s OTP + Hardware Lock.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Instructional Time Saved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Reclaimed per period by eliminating manual roll-call registers.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Detection Speed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face &amp; headcount verification on standard college CPU.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0" y="1828800"/>
            <a:ext cx="25603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6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6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525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Punctuality Improvement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3474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through the automated 9:00–9:05 AM Period 1 lock window.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6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32720" cy="4937760"/>
          </a:xfrm>
          <a:prstGeom prst="rect">
            <a:avLst/>
          </a:prstGeom>
          <a:solidFill>
            <a:srgbClr val="1E3A5F"/>
          </a:solidFill>
          <a:ln w="25400">
            <a:solidFill>
              <a:srgbClr val="136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737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Academic Attendance at FXEC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End-to-End System: Eliminates manual friction, proxy fraud, and student disputes.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Next Phase: Automated WhatsApp / SMS Gateway notifying parents immediately if student misses 9:05 AM.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Anna University ERP Sync: Direct automated sync with CoE and attendance portal.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CCTV Edge Camera Integration: Automatic hourly ambient audits directly from classroom ceiling cameras.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Open for Questions &amp; Staff Demonstration.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FXEC Autonomous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Rolling OTP Anti-Proxy Attendance Verification System</dc:title>
  <dc:subject>PptxGenJS Presentation</dc:subject>
  <dc:creator>Francis Xavier Engineering College</dc:creator>
  <cp:lastModifiedBy>Francis Xavier Engineering College</cp:lastModifiedBy>
  <cp:revision>1</cp:revision>
  <dcterms:created xsi:type="dcterms:W3CDTF">2026-10-24T05:02:15Z</dcterms:created>
  <dcterms:modified xsi:type="dcterms:W3CDTF">2026-10-24T05:02:15Z</dcterms:modified>
</cp:coreProperties>
</file>